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3200400"/>
            <a:ext cx="2286000" cy="228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48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協働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2026.05.30 – 31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457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 SIerエンジニアと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が 1.5日で作った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49040" y="14630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損保代理店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Webシステム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749040" y="2971800"/>
            <a:ext cx="50292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3154680"/>
            <a:ext cx="15727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3154680"/>
            <a:ext cx="1572768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329184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22192" y="40690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開発期間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68112" y="3154680"/>
            <a:ext cx="15727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68112" y="3154680"/>
            <a:ext cx="157276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329184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8画面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41264" y="40690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87184" y="3154680"/>
            <a:ext cx="1572768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87184" y="3154680"/>
            <a:ext cx="157276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329184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5K+行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60336" y="40690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tetsurou758-spec/Cursor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開発の背景と目的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406908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06908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背景・動機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44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51歳SIerエンジニアが転職活動中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751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AIドリブン開発の実力を証明したい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054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Claude Codeのタッグを検証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358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業務知識×AIで何が作れるか挑戦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「人月ビジネスモデルの終焉」を体感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841248"/>
            <a:ext cx="4069080" cy="4069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841248"/>
            <a:ext cx="40690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9601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証明したいこと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463040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444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業務知識があればAIを使いこなせる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83480" y="1993392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9751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SIer経験×AI = 最強の開発スタイル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83480" y="2523744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5054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1日で動くデモシステムが作れる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83480" y="3054096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0358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テスト証跡まで自動生成できる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83480" y="3584448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5661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次世代開発スタイルの先行実践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開発体制 ── 人間 × AI のタッグチーム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2715768" cy="40416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1576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98755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1016" y="100584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テツロウさん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 SIerエンジニア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2350008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72491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6883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業務要件定義・指示出し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20040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16382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デバッグ・仕様変更判断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67588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639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損保ドメイン知識提供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415137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1148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AIの暴走を軌道修正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72968" y="822960"/>
            <a:ext cx="2715768" cy="40416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822960"/>
            <a:ext cx="2715768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9664" y="98755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9664" y="100584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64408" y="184708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64408" y="22311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claude.ai（本会話）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55848" y="2578608"/>
            <a:ext cx="2350008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74136" y="2724912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6883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設計・アーキテクチャ相談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74136" y="3200400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16382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指示文の最適化・生成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74136" y="3675888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639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技術提案・代替案提示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74136" y="4151376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41148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デバッグ支援・解説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71616" y="822960"/>
            <a:ext cx="2715768" cy="40416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822960"/>
            <a:ext cx="27157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68312" y="98755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8312" y="100584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163056" y="184708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163056" y="22311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ターミナルエージェント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54496" y="2578608"/>
            <a:ext cx="2350008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72784" y="272491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6883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コード自律生成・実装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72784" y="320040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16382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テスト自動実行・証跡作成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72784" y="367588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3639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DB設計・git push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72784" y="415137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41148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自己デバッグ・修正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🔗  GitHub で常時同期 ── 家PC × 会社PC、どこからでも最新コードにアクセス可能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開発タイムライン ── 1.5日の軌跡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53128" y="804672"/>
            <a:ext cx="36576" cy="4160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52544" y="1078992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3977640" cy="123444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457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896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環境構築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225296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16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GitHub・Cursor・Claude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Python導入・Hello World確認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2544" y="1078992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822960"/>
            <a:ext cx="397764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45720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深夜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896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認証・DB設計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225296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316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ログイン画面・FastAPI認証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SQLite・JWT・テスト証跡自動生成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2496312"/>
            <a:ext cx="237744" cy="23774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240280"/>
            <a:ext cx="3977640" cy="123444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240280"/>
            <a:ext cx="45720" cy="1234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13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3AM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313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2642616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73405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ドーナツグラフ・満期集計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掲示板・TODO・コンタクト履歴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52544" y="2496312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240280"/>
            <a:ext cx="397764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240280"/>
            <a:ext cx="4572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313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313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満期管理画面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2642616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73405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アコーディオン一覧・ソート機能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部課×代理店・アイコン表示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52544" y="3913632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657600"/>
            <a:ext cx="3977640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657600"/>
            <a:ext cx="4572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63040" y="3730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認可・RBAC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4059936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1513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ロール設計・権限管理画面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社員専用ログイン・CSS切替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52544" y="3913632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657600"/>
            <a:ext cx="3977640" cy="12344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65760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3730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顧客管理設計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92040" y="4059936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513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名寄せロジック設計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参照Gコード・7種目管理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システム構成 ── 仮想4サーバー構成をPC1台で実現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8686800" cy="1261872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45720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59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──  HTML / CSS / 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859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Web/APサーバー代替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" y="12070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" y="12252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代理店ログイン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12976" y="12070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1264" y="12252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staff_login.html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社員ログイン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15056" y="12070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33344" y="12252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17136" y="12070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12252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19216" y="12070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37504" y="12252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21296" y="12070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39584" y="12252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176272"/>
            <a:ext cx="8686800" cy="1261872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176272"/>
            <a:ext cx="45720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31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 ──  FastAPI / Python / uvicorn :8000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231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APサーバー代替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" y="25968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認証JWT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12976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31264" y="25968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15056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33344" y="25968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/api/maturity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17136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35424" y="25968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/api/customers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19216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37504" y="25968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/api/permissions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認可管理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21296" y="2578608"/>
            <a:ext cx="131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39584" y="2596896"/>
            <a:ext cx="127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ユーザー管理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3547872"/>
            <a:ext cx="8686800" cy="126187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547872"/>
            <a:ext cx="4572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602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──  SQLite（ファイルDB・無料）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0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DBサーバー代替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089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918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24561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26390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18033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19862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契約1,465件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11505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13334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04977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06806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8449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0278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91921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93750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maturity_notices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満期案内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5393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7222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788656" y="3950208"/>
            <a:ext cx="84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806944" y="3968496"/>
            <a:ext cx="80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login_history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4892040"/>
            <a:ext cx="4251960" cy="2011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103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⚙️  バッチ代替 ── Python Script（名寄せ夜間処理）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4892040"/>
            <a:ext cx="4251960" cy="20116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49103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📄  帳票代替 ── ReportLab（PDF生成・満期案内帳票）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完成画面一覧 ── テーマ自動切替（代理店:ダーク紺 / 社員:ピンク）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2743200" cy="187452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0864" y="896112"/>
            <a:ext cx="5943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8961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96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98448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7160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代理店コード+ID+PW認証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ブルートフォース5回ロック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セッションタイムアウト30分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804672"/>
            <a:ext cx="2743200" cy="18745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804672"/>
            <a:ext cx="27432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896112"/>
            <a:ext cx="5943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8961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896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1298448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37160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更改状況ドーナツグラフ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掲示板・TODO・コンタクト履歴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代理店/部課コード単位で集計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08192" y="804672"/>
            <a:ext cx="2743200" cy="18745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8192" y="804672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93024" y="896112"/>
            <a:ext cx="5943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8961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896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満期管理画面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1298448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371600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アコーディオン一覧・ソート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6項目ソート・5条件絞込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事故/異動/メモ/帳票アイコン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834640"/>
            <a:ext cx="2743200" cy="18745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83464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40864" y="2926080"/>
            <a:ext cx="59436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40864" y="29260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顧客管理画面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3328416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01568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7種目加入状況○/－表示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名寄せ機能（参照Gコード単位）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羽生○弦・大谷○平デモデータ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82112" y="2834640"/>
            <a:ext cx="2743200" cy="18745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82112" y="2834640"/>
            <a:ext cx="274320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66944" y="2926080"/>
            <a:ext cx="5943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66944" y="29260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権限管理画面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91840" y="3328416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401568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RBACロール管理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代理店:ロール設定のみ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社員:ID追加・ロック解除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08192" y="2834640"/>
            <a:ext cx="2743200" cy="1874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08192" y="283464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93024" y="2926080"/>
            <a:ext cx="59436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93024" y="29260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STAFF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社員専用管理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3328416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401568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ログイン履歴タブ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不審アクセス赤ハイライト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PW初期化トークン発行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技術的ハイライト ── AIが自律的に実装したこと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2743200" cy="18745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45720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8961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RBAC認可設計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4475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roles/features/role_permissionsの3TBL正規化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パターン②RBACを採用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ユーザー増加時もロール割当のみで管理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804672"/>
            <a:ext cx="2743200" cy="187452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804672"/>
            <a:ext cx="45720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6472" y="8961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デュアルテーマ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353312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44475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CSS変数（data-theme属性）で自動切替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代理店:ダーク紺 / 社員:ホットピンク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HTMLは1ファイルで両対応・統合済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804672"/>
            <a:ext cx="2743200" cy="18745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804672"/>
            <a:ext cx="45720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02552" y="89611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セッション競合回避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353312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44475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→ sessionStorage移行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別タブで代理店/社員を同時操作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セッションが干渉しない設計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834640"/>
            <a:ext cx="2743200" cy="18745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834640"/>
            <a:ext cx="45720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参照Gコード設計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74720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部課コード×代理店の横断参照設計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顧客データは参照G単位で独立管理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同一人物でも別Gなら別顧客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82112" y="2834640"/>
            <a:ext cx="2743200" cy="1874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2834640"/>
            <a:ext cx="45720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76472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名寄せロジック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91840" y="3383280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474720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性別+生年月日+名（必須3項目）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AND（電話番号 OR 住所）で同一判定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改姓・引越・性別変更を考慮した設計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08192" y="2834640"/>
            <a:ext cx="2743200" cy="18745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08192" y="2834640"/>
            <a:ext cx="45720" cy="18745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02552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自動テスト証跡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3383280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474720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Playwrightでブラウザ自動操作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Excel仕様書+証跡+SS自動生成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XSS・SQLiセキュリティも自律追加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定量実績 ── 数字で見るAI協働開発の成果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2651760" cy="18745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65176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144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1947672" y="13075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810512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総開発期間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深夜3時まで稼働💪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36392" y="804672"/>
            <a:ext cx="2651760" cy="187452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804672"/>
            <a:ext cx="26517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9144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4828032" y="13075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27832" y="1810512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2221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代理店・社員テーマ統合対応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804672"/>
            <a:ext cx="2651760" cy="18745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16752" y="804672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9144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7708392" y="13075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08192" y="1810512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実装エンドポイント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08192" y="2221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認証・認可・業務全API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834640"/>
            <a:ext cx="2651760" cy="18745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83464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94436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1947672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7472" y="384048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DBテーブル数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1,465件のダミーデータ投入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36392" y="2834640"/>
            <a:ext cx="2651760" cy="1874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36392" y="283464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27832" y="294436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800" dirty="0"/>
          </a:p>
        </p:txBody>
      </p:sp>
      <p:sp>
        <p:nvSpPr>
          <p:cNvPr id="37" name="Text 35"/>
          <p:cNvSpPr/>
          <p:nvPr/>
        </p:nvSpPr>
        <p:spPr>
          <a:xfrm>
            <a:off x="4828032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227832" y="384048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テストフォルダ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27832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仕様書+証跡+Playwright自動化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16752" y="2834640"/>
            <a:ext cx="2651760" cy="18745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16752" y="2834640"/>
            <a:ext cx="265176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08192" y="294436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800" dirty="0"/>
          </a:p>
        </p:txBody>
      </p:sp>
      <p:sp>
        <p:nvSpPr>
          <p:cNvPr id="44" name="Text 42"/>
          <p:cNvSpPr/>
          <p:nvPr/>
        </p:nvSpPr>
        <p:spPr>
          <a:xfrm>
            <a:off x="7708392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08192" y="384048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自動テストケース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08192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XSS・SQLiセキュリティ含む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AI協働開発から得た学び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4160520" cy="4096512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AIが得意なこと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5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要件から即座にコード生成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883664"/>
            <a:ext cx="45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65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テスト仕様書・証跡の自動生成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45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バグの自己発見・自己修正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45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セキュリティ対策の自律追加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（XSS・SQLi・ブルートフォース対策）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45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複数ファイルの一括リファクタリング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45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ライブラリ選定・設計パターン提案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804672"/>
            <a:ext cx="4160520" cy="409651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0" dist="76200" dir="8100000">
              <a:srgbClr val="4F46E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804672"/>
            <a:ext cx="41605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人間が必要なこと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82896" y="1371600"/>
            <a:ext cx="45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0056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業務ドメイン知識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（部課×代理店・名寄せルール等）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82896" y="1883664"/>
            <a:ext cx="45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1865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要件の優先度判断・仕様確定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82896" y="2395728"/>
            <a:ext cx="45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0056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デモ効果の演出設計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（羽生○弦・部課別集計の見せ方）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82896" y="2907792"/>
            <a:ext cx="45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0056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AIの暴走を軌道修正する判断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82896" y="3419856"/>
            <a:ext cx="45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0056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セキュリティ・法令リスクの判断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82896" y="3931920"/>
            <a:ext cx="45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0056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顧客・ステークホルダーとの信頼構築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人月ビジネスモデルは終わらない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役割が変わるだけだ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2212848"/>
            <a:ext cx="859536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12848"/>
            <a:ext cx="45720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コードを書く人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67328" y="2395728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23591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AIに指示を出して成果物を管理する人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62656"/>
            <a:ext cx="457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テストを手動実行する人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67328" y="314553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31089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テスト仕様を設計しAIに証跡を作らせる人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712464"/>
            <a:ext cx="859536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12464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58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設計書を書く人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67328" y="3895344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38587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CLAUDE.mdにルールを書きAIを動かす人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  ×  AI指示力  ×  判断力  ＝  これからのSIerの価値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AI協働開発レポート_v3</dc:title>
  <dc:subject>PptxGenJS Presentation</dc:subject>
  <dc:creator>PptxGenJS</dc:creator>
  <cp:lastModifiedBy>PptxGenJS</cp:lastModifiedBy>
  <cp:revision>1</cp:revision>
  <dcterms:created xsi:type="dcterms:W3CDTF">2026-05-31T03:18:49Z</dcterms:created>
  <dcterms:modified xsi:type="dcterms:W3CDTF">2026-05-31T03:18:49Z</dcterms:modified>
</cp:coreProperties>
</file>