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AI協働開発レポート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51歳SIerエンジニアとClaudeが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1.5日で作った損保代理店Webシステム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2286000" cy="1280160"/>
          </a:xfrm>
          <a:prstGeom prst="rect">
            <a:avLst/>
          </a:prstGeom>
          <a:solidFill>
            <a:srgbClr val="2A408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約1.5日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開発期間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926080"/>
            <a:ext cx="2286000" cy="1280160"/>
          </a:xfrm>
          <a:prstGeom prst="rect">
            <a:avLst/>
          </a:prstGeom>
          <a:solidFill>
            <a:srgbClr val="2A408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8画面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作成画面数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2286000" cy="1280160"/>
          </a:xfrm>
          <a:prstGeom prst="rect">
            <a:avLst/>
          </a:prstGeom>
          <a:solidFill>
            <a:srgbClr val="2A408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3504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5,000+行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350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コード行数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2026年5月30日〜31日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開発の背景と目的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背景・動機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201168" cy="20116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51歳SIerエンジニアが転職活動中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201168" cy="20116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AIドリブン開発の実力を証明したい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201168" cy="20116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Claude Codeのタッグを検証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090672"/>
            <a:ext cx="201168" cy="20116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業務知識×AIで何が作れるか挑戦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602736"/>
            <a:ext cx="201168" cy="20116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84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「人月ビジネスモデルの終焉」を体感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証明したいこと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1554480"/>
            <a:ext cx="201168" cy="20116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業務知識があればAIを使いこなせる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066544"/>
            <a:ext cx="201168" cy="20116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SIer経験×AI = 最強の開発スタイル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83480" y="2578608"/>
            <a:ext cx="201168" cy="20116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1日で動くデモシステムが作れる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3090672"/>
            <a:ext cx="201168" cy="20116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テスト証跡まで自動生成できる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3602736"/>
            <a:ext cx="201168" cy="20116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584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次世代開発スタイルの先行実践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開発体制 ── 人間×AIのタッグチーム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1A2D5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097280"/>
            <a:ext cx="731520" cy="7315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テツロウさん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（51歳 SIer）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10312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業務要件定義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指示・デバッグ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仕様変更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097280"/>
            <a:ext cx="731520" cy="731520"/>
          </a:xfrm>
          <a:prstGeom prst="ellipse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（claude.ai）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2788920"/>
            <a:ext cx="2103120" cy="36576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設計・相談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指示文生成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アドバイス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78040" y="1097280"/>
            <a:ext cx="731520" cy="731520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（Terminal）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788920"/>
            <a:ext cx="2103120" cy="36576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実装・テスト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DB設計・push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自律エージェント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2560320"/>
            <a:ext cx="5486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4840" y="2560320"/>
            <a:ext cx="5486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617720"/>
            <a:ext cx="7315200" cy="384048"/>
          </a:xfrm>
          <a:prstGeom prst="rect">
            <a:avLst/>
          </a:prstGeom>
          <a:solidFill>
            <a:srgbClr val="2A4080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451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ED1"/>
                </a:solidFill>
              </a:rPr>
              <a:t>🔗  GitHub で常時同期 ── 家PC・会社PC・どこからでも最新コードにアクセス可能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開発タイムライン ── 1.5日の軌跡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743200" cy="54864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14984"/>
            <a:ext cx="640080" cy="53035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3327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環境構築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61848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GitHub設定・Cursor・Claude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World確認・Python導入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960120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14984"/>
            <a:ext cx="640080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03327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認証・DB設計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161848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ログイン画面・FastAPI認証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DB・JWT実装・テスト証跡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60120"/>
            <a:ext cx="2743200" cy="54864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14984"/>
            <a:ext cx="640080" cy="530352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03327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161848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ドーナツグラフ・満期集計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掲示板・TODO・コンタクト履歴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971800"/>
            <a:ext cx="2743200" cy="54864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026664"/>
            <a:ext cx="640080" cy="530352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044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満期管理画面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36301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アコーディオン一覧・ソート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部課×代理店・アイコン表示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2971800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026664"/>
            <a:ext cx="64008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27248" y="3044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9476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認可・RBAC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0400" y="36301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ロール設計・権限管理画面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社員専用ログイン（ピンク）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971800"/>
            <a:ext cx="2743200" cy="54864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026664"/>
            <a:ext cx="640080" cy="53035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3044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顧客管理設計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26480" y="36301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名寄せロジック設計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参照Gコード・7種目管理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システム構成 ── 仮想4サーバー構成をPC1台で実現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32004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326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  フロントエンド（Web/APサーバー代替） ── HTML / CSS / JavaScript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代理店ログイン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09928" y="1298448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staff_login.html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社員ログイン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45536" y="1298448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81144" y="1298448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16752" y="1298448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44184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52360" y="1298448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79792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2084832"/>
            <a:ext cx="87782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1031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D3D"/>
                </a:solidFill>
              </a:rPr>
              <a:t>⚡  APIサーバー（APサーバー代替） ── FastAPI / Python / uvicorn :8000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1752" y="248716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認証(JWT)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09928" y="2468880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37360" y="248716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45536" y="2468880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72968" y="248716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/api/maturity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81144" y="2468880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08576" y="248716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/api/customers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16752" y="2468880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44184" y="248716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/api/permissions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認可管理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2468880"/>
            <a:ext cx="1353312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79792" y="248716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ユーザー管理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3246120"/>
            <a:ext cx="8778240" cy="32004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2644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  DBサーバー代替 ── SQLite（ファイルDB・無料）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225296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76272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27248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45536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78224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96512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0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47488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80176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98464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maturity_notices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満期案内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31152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login_history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82128" y="3630168"/>
            <a:ext cx="877824" cy="50292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0416" y="3648456"/>
            <a:ext cx="841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4224528"/>
            <a:ext cx="4297680" cy="713232"/>
          </a:xfrm>
          <a:prstGeom prst="rect">
            <a:avLst/>
          </a:prstGeom>
          <a:solidFill>
            <a:srgbClr val="2A408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2519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バッチサーバー代替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Script（名寄せ・夜間処理）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4224528"/>
            <a:ext cx="4297680" cy="713232"/>
          </a:xfrm>
          <a:prstGeom prst="rect">
            <a:avLst/>
          </a:prstGeom>
          <a:solidFill>
            <a:srgbClr val="2A408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2519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帳票サーバー代替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ReportLab（PDF生成・満期案内帳票）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完成画面一覧 ── 代理店（紺）・社員（ピンク）テーマ自動切替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743200" cy="43891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50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ログイン画面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12848" y="1005840"/>
            <a:ext cx="658368" cy="2560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代理店+社員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" y="1417320"/>
            <a:ext cx="25237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代理店コード+ID+PW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ブルートフォース対策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アカウントロック機能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914400"/>
            <a:ext cx="2743200" cy="438912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50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38928" y="1005840"/>
            <a:ext cx="658368" cy="2560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代理店+社員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18688" y="1417320"/>
            <a:ext cx="25237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更改状況ドーナツグラフ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掲示板・TODO・コンタクト履歴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代理店/部課単位で集計切替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14400"/>
            <a:ext cx="2743200" cy="43891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50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満期管理画面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65008" y="1005840"/>
            <a:ext cx="658368" cy="2560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10058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代理店+社員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44768" y="1417320"/>
            <a:ext cx="25237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アコーディオン一覧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6項目ソート・5条件絞込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事故/異動/メモアイコン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880360"/>
            <a:ext cx="274320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16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顧客管理画面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12848" y="2971800"/>
            <a:ext cx="65836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2971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実装中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" y="3383280"/>
            <a:ext cx="25237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7種目加入状況○/－表示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名寄せ機能（参照Gコード単位）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羽生○弦・大谷○平デモデータ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2880360"/>
            <a:ext cx="2743200" cy="438912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916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権限管理画面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38928" y="2971800"/>
            <a:ext cx="658368" cy="2560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2971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代理店+社員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18688" y="3383280"/>
            <a:ext cx="25237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RBACロール管理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代理店：ロール設定のみ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社員：ID追加・ロック解除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28803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880360"/>
            <a:ext cx="2743200" cy="438912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916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社員専用管理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65008" y="2971800"/>
            <a:ext cx="658368" cy="256032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2971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社員専用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4768" y="3383280"/>
            <a:ext cx="25237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ログイン履歴タブ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不審アクセス赤ハイライト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PW初期化・ロック解除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技術的ハイライト ── AIが自律的に実装したこと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743200" cy="1828800"/>
          </a:xfrm>
          <a:prstGeom prst="rect">
            <a:avLst/>
          </a:prstGeom>
          <a:solidFill>
            <a:srgbClr val="1A2D5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0241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RBAC認可設計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468880" cy="274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9164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roles/features/role_permissions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3テーブル正規化設計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パターン③の誘惑を断ち切りパターン②を選択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914400"/>
            <a:ext cx="2743200" cy="1828800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03320" y="10241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デュアルテーマ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4688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9164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CSS変数（data-theme属性）で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代理店:紺 / 社員:ピンクを自動切替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HTMLは1ファイルで両対応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743200" cy="1828800"/>
          </a:xfrm>
          <a:prstGeom prst="rect">
            <a:avLst/>
          </a:prstGeom>
          <a:solidFill>
            <a:srgbClr val="1A2D5A"/>
          </a:solidFill>
          <a:ln w="12700">
            <a:solidFill>
              <a:srgbClr val="FF14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29400" y="10241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セッション競合回避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2468880" cy="27432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9164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→ sessionStorage移行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別タブで代理店/社員を同時操作しても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セッションが干渉しない設計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880360"/>
            <a:ext cx="2743200" cy="1828800"/>
          </a:xfrm>
          <a:prstGeom prst="rect">
            <a:avLst/>
          </a:prstGeom>
          <a:solidFill>
            <a:srgbClr val="1A2D5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" y="2990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参照Gコード設計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24688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5760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部課コード×代理店の横断参照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顧客データは参照G単位で独立管理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本番運用を意識した正規化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2880360"/>
            <a:ext cx="2743200" cy="1828800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0896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703320" y="2990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名寄せロジック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46120" y="3566160"/>
            <a:ext cx="2468880" cy="2743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65760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性別+生年月日+名（必須）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AND（電話番号 OR 住所）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改姓・引越考慮の実務的設計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743200" cy="1828800"/>
          </a:xfrm>
          <a:prstGeom prst="rect">
            <a:avLst/>
          </a:prstGeom>
          <a:solidFill>
            <a:srgbClr val="1A2D5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3504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629400" y="2990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自動テスト証跡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3566160"/>
            <a:ext cx="2468880" cy="274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657600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Playwrightでブラウザ自動操作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Excel仕様書+証跡を自動生成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XSS/SQLインジェクションも自動テスト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定量実績 ── 数字で見るAI協働開発の成果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128016" cy="17830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43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D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947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総開発期間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313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深夜3時まで稼働😄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9601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960120"/>
            <a:ext cx="128016" cy="178308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43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E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61772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0128" y="1947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完成画面数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313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代理店・社員テーマ対応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96012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960120"/>
            <a:ext cx="128016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143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749808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0488" y="1947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実装エンドポイント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2313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認証・認可・業務API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128016" cy="178308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1089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14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1737360" y="3429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9768" y="3913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DBテーブル数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" y="4279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正規化設計・ダミーデータ1,465件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0896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2926080"/>
            <a:ext cx="128016" cy="1783080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1089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A4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617720" y="3429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10128" y="3913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テストフォルダ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10128" y="4279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仕様書+証跡+Playwright自動化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9320" y="292608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9320" y="2926080"/>
            <a:ext cx="128016" cy="1783080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31089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E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7498080" y="3429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90488" y="3913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自動テストケース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0488" y="4279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XSS・SQLiセキュリティテスト含む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4080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AI協働開発から得た学び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206240" cy="3886200"/>
          </a:xfrm>
          <a:prstGeom prst="rect">
            <a:avLst/>
          </a:prstGeom>
          <a:solidFill>
            <a:srgbClr val="1A2D5A"/>
          </a:solidFill>
          <a:ln w="12700">
            <a:solidFill>
              <a:srgbClr val="00CE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4206240" cy="438912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AIが得意なこと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182880" cy="182880"/>
          </a:xfrm>
          <a:prstGeom prst="ellipse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要件から即座にコード生成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048256"/>
            <a:ext cx="182880" cy="182880"/>
          </a:xfrm>
          <a:prstGeom prst="ellipse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テスト仕様書・証跡の自動生成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578608"/>
            <a:ext cx="182880" cy="182880"/>
          </a:xfrm>
          <a:prstGeom prst="ellipse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バグの自己発見・自己修正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182880" cy="182880"/>
          </a:xfrm>
          <a:prstGeom prst="ellipse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セキュリティ対策の自律追加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（XSS・SQLi・ブルートフォース）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39312"/>
            <a:ext cx="182880" cy="182880"/>
          </a:xfrm>
          <a:prstGeom prst="ellipse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複数ファイルの一括リファクタリング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69664"/>
            <a:ext cx="182880" cy="182880"/>
          </a:xfrm>
          <a:prstGeom prst="ellipse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ライブラリ選定・設計パターン提案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206240" cy="3886200"/>
          </a:xfrm>
          <a:prstGeom prst="rect">
            <a:avLst/>
          </a:prstGeom>
          <a:solidFill>
            <a:srgbClr val="1A2D5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4206240" cy="43891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87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人間が必要なこと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517904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業務ドメイン知識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（部課×代理店・名寄せルール等）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048256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要件の優先度判断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2578608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デモ効果の演出設計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（羽生○弦・部課別集計の見せ方）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108960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AIの暴走を軌道修正する判断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639312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セキュリティ・法令リスクの判断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4169664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顧客との信頼関係構築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人月ビジネスモデルは終わらない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役割が変わるだけだ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6400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solidFill>
            <a:srgbClr val="1A2D5A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39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コードを書く人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0391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AIに指示を出して成果物を管理する人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594360"/>
          </a:xfrm>
          <a:prstGeom prst="rect">
            <a:avLst/>
          </a:prstGeom>
          <a:solidFill>
            <a:srgbClr val="1A2D5A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70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テストを手動実行する人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770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770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テスト仕様を設計しAIに証跡を作らせる人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solidFill>
            <a:srgbClr val="1A2D5A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02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設計書を書く人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3502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35021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CLAUDE.mdにルールを書きAIを動かす人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 × AI指示力 × 判断力 ＝ これからのSIerの価値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AI協働開発 - 損保代理店システム構築レポート</dc:title>
  <dc:subject>PptxGenJS Presentation</dc:subject>
  <dc:creator>PptxGenJS</dc:creator>
  <cp:lastModifiedBy>PptxGenJS</cp:lastModifiedBy>
  <cp:revision>1</cp:revision>
  <dcterms:created xsi:type="dcterms:W3CDTF">2026-05-31T02:40:39Z</dcterms:created>
  <dcterms:modified xsi:type="dcterms:W3CDTF">2026-05-31T02:40:39Z</dcterms:modified>
</cp:coreProperties>
</file>