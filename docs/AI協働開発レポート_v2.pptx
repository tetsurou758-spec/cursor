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3657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615184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2029968" cy="36576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5106924"/>
            <a:ext cx="3200400" cy="36576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8816" y="5033772"/>
            <a:ext cx="2615184" cy="36576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4032" y="4960620"/>
            <a:ext cx="2029968" cy="36576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協働開発レポート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645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783080"/>
            <a:ext cx="548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 SIerエンジニアと Claude が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1.5日で作った損保代理店 Web システム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1.5日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開発期間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310896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3108960"/>
            <a:ext cx="25603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8画面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25603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108960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5,000+行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093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コード行数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2026年5月30日〜31日  |  GitHub: tetsurou758-spec/Cursor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開発の背景と目的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54864" cy="4023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背景・動機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51歳SIerエンジニアが転職活動中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993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AIドリブン開発の実力を証明したい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505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Claude Codeのタッグを検証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業務知識×AIで何が作れるか挑戦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5295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「人月ビジネスモデルの終焉」を体感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402336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68680"/>
            <a:ext cx="54864" cy="4023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証明したいこと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481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1481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業務知識があればAIを使いこなせる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1993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1993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SIer経験×AI = 最強の開発スタイル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0" y="25054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2505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1日で動くデモシステムが作れる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0" y="3017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テスト証跡まで自動生成できる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0" y="35295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次世代開発スタイルの先行実践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開発体制 ── 人間 × AI のタッグチーム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005840"/>
            <a:ext cx="731520" cy="7315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241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テツロウさん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51歳 SIerエンジニア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21945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業務要件定義・指示出し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デバッグ・仕様変更判断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損保ドメイン知識提供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169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AIの暴走を軌道修正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005840"/>
            <a:ext cx="731520" cy="7315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0241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claude.ai（本会話）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633472"/>
            <a:ext cx="21945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設計・アーキテクチャ相談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指示文の最適化・生成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技術提案・代替案提示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4169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デバッグ支援・解説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8686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005840"/>
            <a:ext cx="731520" cy="7315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0241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936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ターミナルエージェント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2633472"/>
            <a:ext cx="21945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コード自律生成・実装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テスト自動実行・証跡作成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DB設計・git push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4169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自己デバッグ・修正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82880" y="4828032"/>
            <a:ext cx="8778240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🔗  GitHub で常時同期 ── 家PC × 会社PC、どこからでも最新コードにアクセス可能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開発タイムライン ── 1.5日の軌跡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434840" y="822960"/>
            <a:ext cx="36576" cy="4114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54864" cy="6035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005840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859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環境構築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GitHub・Cursor・Claude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Python導入・Hello World確認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17904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17904"/>
            <a:ext cx="54864" cy="6035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1700784"/>
            <a:ext cx="237744" cy="23774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深夜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1554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認証・DB設計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1819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ログイン画面・FastAPI認証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SQLite・JWT・テスト証跡自動生成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212848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212848"/>
            <a:ext cx="54864" cy="6035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5968" y="2395728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249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3AM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2494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ドーナツグラフ・満期集計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07792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3090672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2944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アコーディオン一覧・ソート機能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部課×代理店・アイコン表示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3602736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602736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5968" y="378561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8872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認可・RBAC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ロール設計・権限管理画面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社員専用ログイン・CSS切替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297680"/>
            <a:ext cx="402336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297680"/>
            <a:ext cx="54864" cy="6035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15968" y="4480560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334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43342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顧客管理設計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64608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名寄せロジック設計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参照Gコード・7種目管理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システム構成 ── 仮想4サーバー構成をPC1台で実現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7782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FRONTEND  ──  Web/APサーバー代替  ──  HTML / CSS / JavaScript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代理店ログイン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staff_login.html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社員ログイン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0972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11155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176272"/>
            <a:ext cx="87782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1284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API SERVER  ──  APサーバー代替  ──  FastAPI / Python / uvicorn :8000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認証JWT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8249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/api/maturity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/api/permissions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認可管理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2468880"/>
            <a:ext cx="138988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2487168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547872"/>
            <a:ext cx="87782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8444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DATABASE  ──  DBサーバー代替  ──  SQLite（ファイルDB・無料）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5824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9481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3360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017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契約1,465件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0896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4553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8432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2089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ロール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5968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625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3504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161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maturity_notices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満期案内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1040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697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85760" y="3840480"/>
            <a:ext cx="902208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22336" y="3858768"/>
            <a:ext cx="829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login_history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4828032"/>
            <a:ext cx="4206240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46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⚙️  バッチ代替 ── Python Script（名寄せ夜間処理）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4828032"/>
            <a:ext cx="4297680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8463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📄  帳票代替 ── ReportLab（PDF生成・満期案内帳票）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完成画面一覧 ── テーマ自動切替（代理店:ダーク紺 / 社員:ピンク）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978408"/>
            <a:ext cx="566928" cy="21945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9784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978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1362456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4356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代理店コード+ID+PW認証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ブルートフォース5回ロック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セッションタイムアウト30分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86868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978408"/>
            <a:ext cx="566928" cy="21945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9784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18688" y="978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18688" y="1362456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4356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更改状況ドーナツグラフ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掲示板・TODO・コンタクト履歴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代理店/部課コード単位で集計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868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978408"/>
            <a:ext cx="566928" cy="21945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9784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44768" y="978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満期管理画面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44768" y="1362456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43560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アコーディオン一覧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6項目ソート・5条件絞込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事故/異動/メモ/帳票アイコン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2862072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2971800"/>
            <a:ext cx="56692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9718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WIP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2608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顧客管理画面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2608" y="3355848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4290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7種目加入状況○/－表示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名寄せ機能（参照Gコード単位）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羽生○弦・大谷○平デモデータ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0896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08960" y="2862072"/>
            <a:ext cx="2743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2971800"/>
            <a:ext cx="566928" cy="21945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9718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18688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権限管理画面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18688" y="3355848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34290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RBACロール管理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代理店:ロール設定のみ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社員:ID追加・ロック解除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286207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2971800"/>
            <a:ext cx="56692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29718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STAFF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44768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社員専用管理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44768" y="3355848"/>
            <a:ext cx="252374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342900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ログイン履歴タブ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不審アクセス赤ハイライト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PW初期化トークン発行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技術的ハイライト ── AIが自律的に実装したこと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RBAC認可設計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45336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roles/features/role_permissionsの3TBL正規化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パターン③の誘惑を断ちパターン②RBACを選択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→ユーザー増加時もロール割当のみ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868680"/>
            <a:ext cx="54864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60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67328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デュアルテーマ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45336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CSS変数（data-theme属性）で自動切替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代理店:ダーク紺 / 社員:ホットピンク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HTMLは1ファイルで両対応・統合済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868680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68680"/>
            <a:ext cx="54864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960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93408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セッション競合回避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463040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45336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→ sessionStorage移行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別タブで代理店/社員を同時操作しても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セッションが干渉しないIE時代から続く難題を解決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62072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" y="2953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参照Gコード設計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456432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3872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部課コード×代理店の横断参照設計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顧客データは参照G単位で独立管理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同一人物でも別Gなら別顧客（本番運用考慮）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896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2862072"/>
            <a:ext cx="54864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767328" y="2953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名寄せロジック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46120" y="3456432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53872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性別+生年月日+名（必須3項目）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AND（電話番号 OR 住所）一致で同一判定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改姓・引越・性別変更を考慮した実務設計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2862072"/>
            <a:ext cx="27432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862072"/>
            <a:ext cx="54864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693408" y="2953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自動テスト証跡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3456432"/>
            <a:ext cx="24688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53872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Playwrightでブラウザ自動操作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Excel仕様書+証跡+スクリーンショット自動生成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XSS・SQLインジェクションも自律追加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定量実績 ── 数字で見る AI 協働開発の成果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26517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828800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" y="1874520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総開発期間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2768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深夜3時まで稼働💪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86868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86868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709160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18688" y="1874520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完成画面数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18688" y="22768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代理店・社員テーマ統合対応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86868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8686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589520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99048" y="1874520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94767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実装エンドポイント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9048" y="227685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認証・認可・業務全API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862072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862072"/>
            <a:ext cx="26517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9992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1828800" y="3364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38328" y="3867912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394106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DBテーブル数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" y="427024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1,465件のダミーデータ投入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08960" y="2862072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08960" y="2862072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29992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37" name="Text 35"/>
          <p:cNvSpPr/>
          <p:nvPr/>
        </p:nvSpPr>
        <p:spPr>
          <a:xfrm>
            <a:off x="4709160" y="3364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218688" y="3867912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394106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テストフォルダ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18688" y="427024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仕様書+証跡+Playwright自動化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2862072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2862072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29992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7589520" y="33649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099048" y="3867912"/>
            <a:ext cx="2432304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94106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自動テストケース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99048" y="427024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XSS・SQLiセキュリティ含む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協働開発から得た学び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4005072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4206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92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が得意なこと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081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要件から即座にコード生成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テスト仕様書・証跡の自動生成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バグの自己発見・自己修正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セキュリティ対策の自律追加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（XSS・SQLi・ブルートフォース対策）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複数ファイルの一括リファクタリング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684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ライブラリ選定・設計パターン提案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206240" cy="400507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9692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人間が必要なこと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426464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4081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業務ドメイン知識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（部課×代理店・名寄せルール等）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1938528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920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要件の優先度判断・仕様確定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2450592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43230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デモ効果の演出設計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（羽生○弦・部課別集計の見せ方）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2962656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AIの暴走を軌道修正する判断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3474720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4564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セキュリティ・法令リスクの判断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3986784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9684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顧客・ステークホルダーとの信頼構築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6868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73736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0604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47472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343400"/>
            <a:ext cx="9144000" cy="9144"/>
          </a:xfrm>
          <a:prstGeom prst="rect">
            <a:avLst/>
          </a:prstGeom>
          <a:solidFill>
            <a:srgbClr val="374151">
              <a:alpha val="30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人月ビジネスモデルは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終わらない  ──  役割が変わるだけだ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2996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121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コードを書く人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31920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0" y="21214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AIに指示を出して成果物を管理する人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2706624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706624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7980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テストを手動実行する人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27980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0" y="279806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テスト仕様を設計しAIに証跡を作らせる人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8328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設計書を書く人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31920" y="3474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0" y="34747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CLAUDE.mdにルールを書きAIを動かす人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" y="4480560"/>
            <a:ext cx="7315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業務知識  ×  AI指示力  ×  判断力  ＝  これからのSIerの価値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AI協働開発レポート_v2</dc:title>
  <dc:subject>PptxGenJS Presentation</dc:subject>
  <dc:creator>PptxGenJS</dc:creator>
  <cp:lastModifiedBy>PptxGenJS</cp:lastModifiedBy>
  <cp:revision>1</cp:revision>
  <dcterms:created xsi:type="dcterms:W3CDTF">2026-05-31T02:53:16Z</dcterms:created>
  <dcterms:modified xsi:type="dcterms:W3CDTF">2026-05-31T02:53:16Z</dcterms:modified>
</cp:coreProperties>
</file>